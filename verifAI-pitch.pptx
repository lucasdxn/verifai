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49C76395-E1D5-0543-90BE-8E3C044EB2F6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186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(about 25 seconds) Ask the question and pause for a moment. Most of us have trusted an AI answer that sounded confident and turned out wrong. For developers, that answer becomes code they can’t explain, review or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(about 35 seconds) verifAI is an AI that grows with you. You learn a concept, you prove it in a short challenge, and only then can the assistant build with it for you. The more you know, the more the AI can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(about 40 seconds) This is an employee’s learning tree, here with Python and TypeScript. Filled circles are verified, rings are in progress, faded ones are locked. To unlock a concept, the employee solves a short challenge with the assistant paused, or learns it in a guided task on a real ticket, where the tutor teaches and the employee writes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(about 50 seconds) Left: the employee asks about async and await. It isn’t verified yet, so the assistant refuses and shows where to learn it. Right: the employee asks for a docstring on a function, a verified skill. The AI writes it, but nothing changes until the employee reviews the diff, confirms they understand it and accepts. You can see it says Accepted by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(about 20 seconds) verifAI: an AI that grows with you. The demo also has guided tasks, career levels with salary ranges, a manager view and your choice of AI model. Thank you, happy to show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TATEM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2"/>
                </a:solidFill>
              </a:rPr>
              <a:t>verifAI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_LE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verifAI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1280160"/>
            <a:ext cx="39319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2926080"/>
            <a:ext cx="393192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_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verifAI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7711135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7711135" y="1280160"/>
            <a:ext cx="39319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7711135" y="2926080"/>
            <a:ext cx="393192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verifAI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3" name="Quote mark"/>
          <p:cNvSpPr txBox="1"/>
          <p:nvPr/>
        </p:nvSpPr>
        <p:spPr>
          <a:xfrm>
            <a:off x="502920" y="1097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chemeClr val="accent2"/>
                </a:solidFill>
              </a:rPr>
              <a:t>“</a:t>
            </a:r>
            <a:endParaRPr lang="en-US" sz="15000" dirty="0"/>
          </a:p>
        </p:txBody>
      </p:sp>
      <p:sp>
        <p:nvSpPr>
          <p:cNvPr id="4" name="Problem question"/>
          <p:cNvSpPr txBox="1"/>
          <p:nvPr/>
        </p:nvSpPr>
        <p:spPr>
          <a:xfrm>
            <a:off x="548640" y="2377440"/>
            <a:ext cx="10789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chemeClr val="tx1"/>
                </a:solidFill>
              </a:rPr>
              <a:t>Have you ever received an AI-generated answer that sounds brilliant until you realize it made no sense?</a:t>
            </a: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5" name="Quote mark">
            <a:extLst>
              <a:ext uri="{FF2B5EF4-FFF2-40B4-BE49-F238E27FC236}">
                <a16:creationId xmlns:a16="http://schemas.microsoft.com/office/drawing/2014/main" id="{73237048-9956-0D81-0F5B-66128261D7C0}"/>
              </a:ext>
            </a:extLst>
          </p:cNvPr>
          <p:cNvSpPr txBox="1"/>
          <p:nvPr/>
        </p:nvSpPr>
        <p:spPr>
          <a:xfrm rot="10800000">
            <a:off x="9692640" y="40233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chemeClr val="accent2"/>
                </a:solidFill>
              </a:rPr>
              <a:t>“</a:t>
            </a:r>
            <a:endParaRPr lang="en-US" sz="15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The solution</a:t>
            </a:r>
            <a:endParaRPr lang="en-US" sz="1400" dirty="0"/>
          </a:p>
        </p:txBody>
      </p:sp>
      <p:sp>
        <p:nvSpPr>
          <p:cNvPr id="3" name="Solution statement"/>
          <p:cNvSpPr txBox="1"/>
          <p:nvPr/>
        </p:nvSpPr>
        <p:spPr>
          <a:xfrm>
            <a:off x="548640" y="9601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chemeClr val="tx1"/>
                </a:solidFill>
              </a:rPr>
              <a:t>An AI that </a:t>
            </a:r>
            <a:r>
              <a:rPr lang="en-US" sz="5600" b="1" dirty="0">
                <a:solidFill>
                  <a:schemeClr val="accent2"/>
                </a:solidFill>
              </a:rPr>
              <a:t>grows with you</a:t>
            </a:r>
            <a:endParaRPr lang="en-US" sz="5600" dirty="0"/>
          </a:p>
        </p:txBody>
      </p:sp>
      <p:sp>
        <p:nvSpPr>
          <p:cNvPr id="4" name="Step card 1"/>
          <p:cNvSpPr/>
          <p:nvPr/>
        </p:nvSpPr>
        <p:spPr>
          <a:xfrm>
            <a:off x="548640" y="2743200"/>
            <a:ext cx="3454298" cy="301752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2032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tep icon circle 1"/>
          <p:cNvSpPr/>
          <p:nvPr/>
        </p:nvSpPr>
        <p:spPr>
          <a:xfrm>
            <a:off x="914400" y="31089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Step icon 1" descr="Lear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273552"/>
            <a:ext cx="402336" cy="402336"/>
          </a:xfrm>
          <a:prstGeom prst="rect">
            <a:avLst/>
          </a:prstGeom>
        </p:spPr>
      </p:pic>
      <p:sp>
        <p:nvSpPr>
          <p:cNvPr id="7" name="Step title 1"/>
          <p:cNvSpPr txBox="1"/>
          <p:nvPr/>
        </p:nvSpPr>
        <p:spPr>
          <a:xfrm>
            <a:off x="914400" y="411480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1. Learn</a:t>
            </a:r>
            <a:endParaRPr lang="en-US" sz="2400" dirty="0"/>
          </a:p>
        </p:txBody>
      </p:sp>
      <p:sp>
        <p:nvSpPr>
          <p:cNvPr id="8" name="Step text 1"/>
          <p:cNvSpPr txBox="1"/>
          <p:nvPr/>
        </p:nvSpPr>
        <p:spPr>
          <a:xfrm>
            <a:off x="914400" y="466344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Every developer gets a learning tree for the languages they use.</a:t>
            </a:r>
            <a:endParaRPr lang="en-US" sz="1700" dirty="0"/>
          </a:p>
        </p:txBody>
      </p:sp>
      <p:sp>
        <p:nvSpPr>
          <p:cNvPr id="9" name="Step card 2"/>
          <p:cNvSpPr/>
          <p:nvPr/>
        </p:nvSpPr>
        <p:spPr>
          <a:xfrm>
            <a:off x="4368698" y="2743200"/>
            <a:ext cx="3454298" cy="301752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2032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tep icon circle 2"/>
          <p:cNvSpPr/>
          <p:nvPr/>
        </p:nvSpPr>
        <p:spPr>
          <a:xfrm>
            <a:off x="4734458" y="31089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1" name="Step icon 2" descr="Prov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050" y="3273552"/>
            <a:ext cx="402336" cy="402336"/>
          </a:xfrm>
          <a:prstGeom prst="rect">
            <a:avLst/>
          </a:prstGeom>
        </p:spPr>
      </p:pic>
      <p:sp>
        <p:nvSpPr>
          <p:cNvPr id="12" name="Step title 2"/>
          <p:cNvSpPr txBox="1"/>
          <p:nvPr/>
        </p:nvSpPr>
        <p:spPr>
          <a:xfrm>
            <a:off x="4734458" y="411480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2. Prove</a:t>
            </a:r>
            <a:endParaRPr lang="en-US" sz="2400" dirty="0"/>
          </a:p>
        </p:txBody>
      </p:sp>
      <p:sp>
        <p:nvSpPr>
          <p:cNvPr id="13" name="Step text 2"/>
          <p:cNvSpPr txBox="1"/>
          <p:nvPr/>
        </p:nvSpPr>
        <p:spPr>
          <a:xfrm>
            <a:off x="4734458" y="466344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Short challenges verify each concept, with the AI paused.</a:t>
            </a:r>
            <a:endParaRPr lang="en-US" sz="1700" dirty="0"/>
          </a:p>
        </p:txBody>
      </p:sp>
      <p:sp>
        <p:nvSpPr>
          <p:cNvPr id="14" name="Step card 3"/>
          <p:cNvSpPr/>
          <p:nvPr/>
        </p:nvSpPr>
        <p:spPr>
          <a:xfrm>
            <a:off x="8188757" y="2743200"/>
            <a:ext cx="3454298" cy="301752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2032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tep icon circle 3"/>
          <p:cNvSpPr/>
          <p:nvPr/>
        </p:nvSpPr>
        <p:spPr>
          <a:xfrm>
            <a:off x="8554517" y="31089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6" name="Step icon 3" descr="Build with AI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9109" y="3273552"/>
            <a:ext cx="402336" cy="402336"/>
          </a:xfrm>
          <a:prstGeom prst="rect">
            <a:avLst/>
          </a:prstGeom>
        </p:spPr>
      </p:pic>
      <p:sp>
        <p:nvSpPr>
          <p:cNvPr id="17" name="Step title 3"/>
          <p:cNvSpPr txBox="1"/>
          <p:nvPr/>
        </p:nvSpPr>
        <p:spPr>
          <a:xfrm>
            <a:off x="8554517" y="411480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3. Build with AI</a:t>
            </a:r>
            <a:endParaRPr lang="en-US" sz="2400" dirty="0"/>
          </a:p>
        </p:txBody>
      </p:sp>
      <p:sp>
        <p:nvSpPr>
          <p:cNvPr id="18" name="Step text 3"/>
          <p:cNvSpPr txBox="1"/>
          <p:nvPr/>
        </p:nvSpPr>
        <p:spPr>
          <a:xfrm>
            <a:off x="8554517" y="466344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The assistant unlocks exactly what you’ve proven, nothing more.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Learn it, prove it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12801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Every skill has to be proven first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2926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 learning tree for Python, TypeScript and Go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Short challenges unlock each concept, with the AI paused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Or learn it while doing real work in a guided task</a:t>
            </a:r>
            <a:endParaRPr lang="en-US" sz="1600" dirty="0"/>
          </a:p>
        </p:txBody>
      </p:sp>
      <p:sp>
        <p:nvSpPr>
          <p:cNvPr id="5" name="Learning tree screenshot card"/>
          <p:cNvSpPr/>
          <p:nvPr/>
        </p:nvSpPr>
        <p:spPr>
          <a:xfrm>
            <a:off x="5016485" y="548640"/>
            <a:ext cx="6410685" cy="566928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2286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6" name="Learning tree screenshot" descr="Learning tre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925" y="640080"/>
            <a:ext cx="6227805" cy="5486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Build with AI, safely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The AI only works with proven skills</a:t>
            </a:r>
            <a:endParaRPr lang="en-US" sz="3200" dirty="0"/>
          </a:p>
        </p:txBody>
      </p:sp>
      <p:sp>
        <p:nvSpPr>
          <p:cNvPr id="4" name="Rejected badge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" name="Rejected icon" descr="Rejec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274320" cy="274320"/>
          </a:xfrm>
          <a:prstGeom prst="rect">
            <a:avLst/>
          </a:prstGeom>
        </p:spPr>
      </p:pic>
      <p:sp>
        <p:nvSpPr>
          <p:cNvPr id="6" name="Rejected label"/>
          <p:cNvSpPr txBox="1"/>
          <p:nvPr/>
        </p:nvSpPr>
        <p:spPr>
          <a:xfrm>
            <a:off x="1143000" y="1764792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Not verified yet: the AI says no</a:t>
            </a:r>
            <a:endParaRPr lang="en-US" sz="2000" dirty="0"/>
          </a:p>
        </p:txBody>
      </p:sp>
      <p:sp>
        <p:nvSpPr>
          <p:cNvPr id="7" name="Rejected caption"/>
          <p:cNvSpPr txBox="1"/>
          <p:nvPr/>
        </p:nvSpPr>
        <p:spPr>
          <a:xfrm>
            <a:off x="548640" y="2331720"/>
            <a:ext cx="536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Async &amp; await isn’t in the employee’s tree, so the question never reaches the model.</a:t>
            </a:r>
            <a:endParaRPr lang="en-US" sz="1400" dirty="0"/>
          </a:p>
        </p:txBody>
      </p:sp>
      <p:sp>
        <p:nvSpPr>
          <p:cNvPr id="8" name="Rejected question screenshot card"/>
          <p:cNvSpPr/>
          <p:nvPr/>
        </p:nvSpPr>
        <p:spPr>
          <a:xfrm>
            <a:off x="938913" y="2834640"/>
            <a:ext cx="4583782" cy="3429000"/>
          </a:xfrm>
          <a:prstGeom prst="roundRect">
            <a:avLst>
              <a:gd name="adj" fmla="val 42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2286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9" name="Rejected question screenshot" descr="Rejected question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353" y="2926080"/>
            <a:ext cx="4400902" cy="3246120"/>
          </a:xfrm>
          <a:prstGeom prst="rect">
            <a:avLst/>
          </a:prstGeom>
        </p:spPr>
      </p:pic>
      <p:sp>
        <p:nvSpPr>
          <p:cNvPr id="10" name="Approved badge"/>
          <p:cNvSpPr/>
          <p:nvPr/>
        </p:nvSpPr>
        <p:spPr>
          <a:xfrm>
            <a:off x="6278728" y="17830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1" name="Approved icon" descr="Approv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168" y="1874520"/>
            <a:ext cx="274320" cy="274320"/>
          </a:xfrm>
          <a:prstGeom prst="rect">
            <a:avLst/>
          </a:prstGeom>
        </p:spPr>
      </p:pic>
      <p:sp>
        <p:nvSpPr>
          <p:cNvPr id="12" name="Approved label"/>
          <p:cNvSpPr txBox="1"/>
          <p:nvPr/>
        </p:nvSpPr>
        <p:spPr>
          <a:xfrm>
            <a:off x="6873088" y="1764792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Verified: AI does it, employee approves</a:t>
            </a:r>
            <a:endParaRPr lang="en-US" sz="2000" dirty="0"/>
          </a:p>
        </p:txBody>
      </p:sp>
      <p:sp>
        <p:nvSpPr>
          <p:cNvPr id="13" name="Approved caption"/>
          <p:cNvSpPr txBox="1"/>
          <p:nvPr/>
        </p:nvSpPr>
        <p:spPr>
          <a:xfrm>
            <a:off x="6278728" y="2331720"/>
            <a:ext cx="536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Functions is verified. The AI proposes the change; it’s applied only after the employee accepts.</a:t>
            </a:r>
            <a:endParaRPr lang="en-US" sz="1400" dirty="0"/>
          </a:p>
        </p:txBody>
      </p:sp>
      <p:sp>
        <p:nvSpPr>
          <p:cNvPr id="14" name="Approved change screenshot card"/>
          <p:cNvSpPr/>
          <p:nvPr/>
        </p:nvSpPr>
        <p:spPr>
          <a:xfrm>
            <a:off x="7256390" y="2834640"/>
            <a:ext cx="3409003" cy="3429000"/>
          </a:xfrm>
          <a:prstGeom prst="roundRect">
            <a:avLst>
              <a:gd name="adj" fmla="val 42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2286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5" name="Approved change screenshot" descr="Approved change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7830" y="2926080"/>
            <a:ext cx="3226123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statement"/>
          <p:cNvSpPr txBox="1"/>
          <p:nvPr/>
        </p:nvSpPr>
        <p:spPr>
          <a:xfrm>
            <a:off x="548640" y="1737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dirty="0" err="1"/>
              <a:t>verif</a:t>
            </a:r>
            <a:r>
              <a:rPr lang="en-US" sz="6000" b="1" dirty="0" err="1">
                <a:solidFill>
                  <a:schemeClr val="accent2"/>
                </a:solidFill>
              </a:rPr>
              <a:t>AI</a:t>
            </a:r>
            <a:endParaRPr lang="en-US" sz="6000" dirty="0"/>
          </a:p>
        </p:txBody>
      </p:sp>
      <p:sp>
        <p:nvSpPr>
          <p:cNvPr id="3" name="Closing tagline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</a:rPr>
              <a:t>Learn it. Prove it. Then let AI build with it.</a:t>
            </a:r>
            <a:endParaRPr lang="en-US" sz="2600" dirty="0"/>
          </a:p>
        </p:txBody>
      </p:sp>
      <p:sp>
        <p:nvSpPr>
          <p:cNvPr id="4" name="Also in the demo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Also in the demo: guided tasks · career levels · manager view · bring your own AI model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ifAI">
  <a:themeElements>
    <a:clrScheme name="verifAI">
      <a:dk1>
        <a:srgbClr val="1D1D1F"/>
      </a:dk1>
      <a:lt1>
        <a:srgbClr val="FFFFFF"/>
      </a:lt1>
      <a:dk2>
        <a:srgbClr val="3A3A3C"/>
      </a:dk2>
      <a:lt2>
        <a:srgbClr val="F2F2F7"/>
      </a:lt2>
      <a:accent1>
        <a:srgbClr val="0071E3"/>
      </a:accent1>
      <a:accent2>
        <a:srgbClr val="C25700"/>
      </a:accent2>
      <a:accent3>
        <a:srgbClr val="5856D6"/>
      </a:accent3>
      <a:accent4>
        <a:srgbClr val="007C92"/>
      </a:accent4>
      <a:accent5>
        <a:srgbClr val="248A3D"/>
      </a:accent5>
      <a:accent6>
        <a:srgbClr val="6E6E73"/>
      </a:accent6>
      <a:hlink>
        <a:srgbClr val="0066CC"/>
      </a:hlink>
      <a:folHlink>
        <a:srgbClr val="5856D6"/>
      </a:folHlink>
    </a:clrScheme>
    <a:fontScheme name="verif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Macintosh PowerPoint</Application>
  <PresentationFormat>Breitbild</PresentationFormat>
  <Paragraphs>41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7" baseType="lpstr">
      <vt:lpstr>Arial</vt:lpstr>
      <vt:lpstr>verifAI</vt:lpstr>
      <vt:lpstr>PowerPoint-Präsentation</vt:lpstr>
      <vt:lpstr>PowerPoint-Präsentation</vt:lpstr>
      <vt:lpstr>Every skill has to be proven first</vt:lpstr>
      <vt:lpstr>The AI only works with proven skills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verifAI product pitch (3 minutes)</dc:title>
  <dc:subject>PptxGenJS Presentation</dc:subject>
  <dc:creator>verifAI</dc:creator>
  <cp:lastModifiedBy>Lucas Dirnbacher</cp:lastModifiedBy>
  <cp:revision>2</cp:revision>
  <dcterms:created xsi:type="dcterms:W3CDTF">2026-10-24T14:07:35Z</dcterms:created>
  <dcterms:modified xsi:type="dcterms:W3CDTF">2026-10-24T14:10:50Z</dcterms:modified>
</cp:coreProperties>
</file>